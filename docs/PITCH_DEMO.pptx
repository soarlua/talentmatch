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663E4-0260-4AE8-B17B-C73E0679857F}" v="4" dt="2026-05-15T14:02:24.1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91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bosa Diniz, Sofia" userId="7df14296-6125-49ec-a4f5-4260895b8cd0" providerId="ADAL" clId="{AB103130-9596-4E2D-B338-D09A3A47D381}"/>
    <pc:docChg chg="undo redo custSel modSld">
      <pc:chgData name="Barbosa Diniz, Sofia" userId="7df14296-6125-49ec-a4f5-4260895b8cd0" providerId="ADAL" clId="{AB103130-9596-4E2D-B338-D09A3A47D381}" dt="2026-05-15T14:07:26.871" v="366" actId="20577"/>
      <pc:docMkLst>
        <pc:docMk/>
      </pc:docMkLst>
      <pc:sldChg chg="modSp mod">
        <pc:chgData name="Barbosa Diniz, Sofia" userId="7df14296-6125-49ec-a4f5-4260895b8cd0" providerId="ADAL" clId="{AB103130-9596-4E2D-B338-D09A3A47D381}" dt="2026-05-15T13:55:42.352" v="37" actId="20577"/>
        <pc:sldMkLst>
          <pc:docMk/>
          <pc:sldMk cId="0" sldId="257"/>
        </pc:sldMkLst>
        <pc:spChg chg="mod">
          <ac:chgData name="Barbosa Diniz, Sofia" userId="7df14296-6125-49ec-a4f5-4260895b8cd0" providerId="ADAL" clId="{AB103130-9596-4E2D-B338-D09A3A47D381}" dt="2026-05-15T13:55:42.352" v="37" actId="20577"/>
          <ac:spMkLst>
            <pc:docMk/>
            <pc:sldMk cId="0" sldId="257"/>
            <ac:spMk id="19" creationId="{00000000-0000-0000-0000-000000000000}"/>
          </ac:spMkLst>
        </pc:spChg>
      </pc:sldChg>
      <pc:sldChg chg="modSp mod">
        <pc:chgData name="Barbosa Diniz, Sofia" userId="7df14296-6125-49ec-a4f5-4260895b8cd0" providerId="ADAL" clId="{AB103130-9596-4E2D-B338-D09A3A47D381}" dt="2026-05-15T13:55:39.848" v="35" actId="20577"/>
        <pc:sldMkLst>
          <pc:docMk/>
          <pc:sldMk cId="0" sldId="258"/>
        </pc:sldMkLst>
        <pc:spChg chg="mod">
          <ac:chgData name="Barbosa Diniz, Sofia" userId="7df14296-6125-49ec-a4f5-4260895b8cd0" providerId="ADAL" clId="{AB103130-9596-4E2D-B338-D09A3A47D381}" dt="2026-05-15T13:55:39.848" v="35" actId="20577"/>
          <ac:spMkLst>
            <pc:docMk/>
            <pc:sldMk cId="0" sldId="258"/>
            <ac:spMk id="20" creationId="{00000000-0000-0000-0000-000000000000}"/>
          </ac:spMkLst>
        </pc:spChg>
        <pc:spChg chg="mod">
          <ac:chgData name="Barbosa Diniz, Sofia" userId="7df14296-6125-49ec-a4f5-4260895b8cd0" providerId="ADAL" clId="{AB103130-9596-4E2D-B338-D09A3A47D381}" dt="2026-05-15T13:55:39.404" v="34" actId="20577"/>
          <ac:spMkLst>
            <pc:docMk/>
            <pc:sldMk cId="0" sldId="258"/>
            <ac:spMk id="21" creationId="{00000000-0000-0000-0000-000000000000}"/>
          </ac:spMkLst>
        </pc:spChg>
      </pc:sldChg>
      <pc:sldChg chg="addSp delSp modSp mod">
        <pc:chgData name="Barbosa Diniz, Sofia" userId="7df14296-6125-49ec-a4f5-4260895b8cd0" providerId="ADAL" clId="{AB103130-9596-4E2D-B338-D09A3A47D381}" dt="2026-05-15T14:07:26.871" v="366" actId="20577"/>
        <pc:sldMkLst>
          <pc:docMk/>
          <pc:sldMk cId="0" sldId="259"/>
        </pc:sldMkLst>
        <pc:spChg chg="add mod">
          <ac:chgData name="Barbosa Diniz, Sofia" userId="7df14296-6125-49ec-a4f5-4260895b8cd0" providerId="ADAL" clId="{AB103130-9596-4E2D-B338-D09A3A47D381}" dt="2026-05-15T14:07:26.871" v="366" actId="20577"/>
          <ac:spMkLst>
            <pc:docMk/>
            <pc:sldMk cId="0" sldId="259"/>
            <ac:spMk id="7" creationId="{1F5D939C-E044-8F06-2DF8-F3B39EF1DF1C}"/>
          </ac:spMkLst>
        </pc:spChg>
        <pc:graphicFrameChg chg="add del mod">
          <ac:chgData name="Barbosa Diniz, Sofia" userId="7df14296-6125-49ec-a4f5-4260895b8cd0" providerId="ADAL" clId="{AB103130-9596-4E2D-B338-D09A3A47D381}" dt="2026-05-15T14:02:20.482" v="352" actId="21"/>
          <ac:graphicFrameMkLst>
            <pc:docMk/>
            <pc:sldMk cId="0" sldId="259"/>
            <ac:graphicFrameMk id="8" creationId="{21703BA7-73FE-FA02-DCD4-8CFBC244ABF4}"/>
          </ac:graphicFrameMkLst>
        </pc:graphicFrameChg>
        <pc:graphicFrameChg chg="add mod">
          <ac:chgData name="Barbosa Diniz, Sofia" userId="7df14296-6125-49ec-a4f5-4260895b8cd0" providerId="ADAL" clId="{AB103130-9596-4E2D-B338-D09A3A47D381}" dt="2026-05-15T14:02:23.355" v="353"/>
          <ac:graphicFrameMkLst>
            <pc:docMk/>
            <pc:sldMk cId="0" sldId="259"/>
            <ac:graphicFrameMk id="9" creationId="{21703BA7-73FE-FA02-DCD4-8CFBC244ABF4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056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1097280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548640" cy="54864"/>
          </a:xfrm>
          <a:prstGeom prst="rect">
            <a:avLst/>
          </a:prstGeom>
          <a:solidFill>
            <a:srgbClr val="B733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745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37744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TalentMatch AI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 Demo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502920" cy="502920"/>
          </a:xfrm>
          <a:prstGeom prst="ellipse">
            <a:avLst/>
          </a:prstGeom>
          <a:solidFill>
            <a:srgbClr val="F0E6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4114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1097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candidate-to-job matching 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</a:t>
            </a: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7362" y="1737360"/>
            <a:ext cx="2468880" cy="228600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 dirty="0"/>
          </a:p>
        </p:txBody>
      </p:sp>
      <p:sp>
        <p:nvSpPr>
          <p:cNvPr id="8" name="Shape 5"/>
          <p:cNvSpPr/>
          <p:nvPr/>
        </p:nvSpPr>
        <p:spPr>
          <a:xfrm>
            <a:off x="1554480" y="2011680"/>
            <a:ext cx="548640" cy="548640"/>
          </a:xfrm>
          <a:prstGeom prst="ellipse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4208" y="212140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A10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9436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77240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descriptions with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and priorities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081528" y="2880360"/>
            <a:ext cx="283464" cy="0"/>
          </a:xfrm>
          <a:prstGeom prst="line">
            <a:avLst/>
          </a:prstGeom>
          <a:noFill/>
          <a:ln w="254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0"/>
          <p:cNvSpPr/>
          <p:nvPr/>
        </p:nvSpPr>
        <p:spPr>
          <a:xfrm>
            <a:off x="3383280" y="1737360"/>
            <a:ext cx="2468880" cy="228600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1"/>
          <p:cNvSpPr/>
          <p:nvPr/>
        </p:nvSpPr>
        <p:spPr>
          <a:xfrm>
            <a:off x="4343400" y="2011680"/>
            <a:ext cx="548640" cy="548640"/>
          </a:xfrm>
          <a:prstGeom prst="ellipse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21214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20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A10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338328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Processing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3566160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parse data,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and score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870448" y="2880360"/>
            <a:ext cx="283464" cy="0"/>
          </a:xfrm>
          <a:prstGeom prst="line">
            <a:avLst/>
          </a:prstGeom>
          <a:noFill/>
          <a:ln w="254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Shape 16"/>
          <p:cNvSpPr/>
          <p:nvPr/>
        </p:nvSpPr>
        <p:spPr>
          <a:xfrm>
            <a:off x="6172200" y="1737360"/>
            <a:ext cx="2468880" cy="228600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2" name="Shape 17"/>
          <p:cNvSpPr/>
          <p:nvPr/>
        </p:nvSpPr>
        <p:spPr>
          <a:xfrm>
            <a:off x="7132320" y="2011680"/>
            <a:ext cx="548640" cy="548640"/>
          </a:xfrm>
          <a:prstGeom prst="ellipse">
            <a:avLst/>
          </a:prstGeom>
          <a:solidFill>
            <a:srgbClr val="F0E6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2048" y="212140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309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A10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17220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Output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355080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candidates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match scores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502920" cy="502920"/>
          </a:xfrm>
          <a:prstGeom prst="ellipse">
            <a:avLst/>
          </a:prstGeom>
          <a:solidFill>
            <a:srgbClr val="F0E6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Architecture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1097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</a:t>
            </a: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TalentMatch AI 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</a:t>
            </a: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 to rank candidates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950976" y="1691640"/>
            <a:ext cx="7370064" cy="685800"/>
          </a:xfrm>
          <a:prstGeom prst="rect">
            <a:avLst/>
          </a:prstGeom>
          <a:solidFill>
            <a:srgbClr val="0B0B1A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801368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977640" y="16916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Orchestrator Agent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1485900" y="2377440"/>
            <a:ext cx="0" cy="411480"/>
          </a:xfrm>
          <a:prstGeom prst="line">
            <a:avLst/>
          </a:prstGeom>
          <a:noFill/>
          <a:ln w="19050">
            <a:solidFill>
              <a:srgbClr val="E0D4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Shape 7"/>
          <p:cNvSpPr/>
          <p:nvPr/>
        </p:nvSpPr>
        <p:spPr>
          <a:xfrm>
            <a:off x="594360" y="2788920"/>
            <a:ext cx="1783080" cy="169164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2" name="Shape 8"/>
          <p:cNvSpPr/>
          <p:nvPr/>
        </p:nvSpPr>
        <p:spPr>
          <a:xfrm>
            <a:off x="1257300" y="2971800"/>
            <a:ext cx="457200" cy="457200"/>
          </a:xfrm>
          <a:prstGeom prst="ellipse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9596" y="3054096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94360" y="3520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Job Analyzer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731520" y="39776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jobs descriptions and extracts keywords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589020" y="2377440"/>
            <a:ext cx="0" cy="411480"/>
          </a:xfrm>
          <a:prstGeom prst="line">
            <a:avLst/>
          </a:prstGeom>
          <a:noFill/>
          <a:ln w="19050">
            <a:solidFill>
              <a:srgbClr val="E0D4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2"/>
          <p:cNvSpPr/>
          <p:nvPr/>
        </p:nvSpPr>
        <p:spPr>
          <a:xfrm>
            <a:off x="2697480" y="2788920"/>
            <a:ext cx="1783080" cy="169164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8" name="Shape 13"/>
          <p:cNvSpPr/>
          <p:nvPr/>
        </p:nvSpPr>
        <p:spPr>
          <a:xfrm>
            <a:off x="3360420" y="2971800"/>
            <a:ext cx="457200" cy="457200"/>
          </a:xfrm>
          <a:prstGeom prst="ellipse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2716" y="3054096"/>
            <a:ext cx="292608" cy="2926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2651760" y="351077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CV Parser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2834640" y="39776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each candidate exports relevant data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92140" y="2377440"/>
            <a:ext cx="0" cy="411480"/>
          </a:xfrm>
          <a:prstGeom prst="line">
            <a:avLst/>
          </a:prstGeom>
          <a:noFill/>
          <a:ln w="19050">
            <a:solidFill>
              <a:srgbClr val="E0D4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3" name="Shape 17"/>
          <p:cNvSpPr/>
          <p:nvPr/>
        </p:nvSpPr>
        <p:spPr>
          <a:xfrm>
            <a:off x="4800600" y="2788920"/>
            <a:ext cx="1783080" cy="169164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4" name="Shape 18"/>
          <p:cNvSpPr/>
          <p:nvPr/>
        </p:nvSpPr>
        <p:spPr>
          <a:xfrm>
            <a:off x="5463540" y="2971800"/>
            <a:ext cx="457200" cy="457200"/>
          </a:xfrm>
          <a:prstGeom prst="ellipse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3054096"/>
            <a:ext cx="292608" cy="29260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00600" y="3520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Matcher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4937760" y="39776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candidate data with the job info and score it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7795260" y="2377440"/>
            <a:ext cx="0" cy="411480"/>
          </a:xfrm>
          <a:prstGeom prst="line">
            <a:avLst/>
          </a:prstGeom>
          <a:noFill/>
          <a:ln w="19050">
            <a:solidFill>
              <a:srgbClr val="E0D4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Shape 22"/>
          <p:cNvSpPr/>
          <p:nvPr/>
        </p:nvSpPr>
        <p:spPr>
          <a:xfrm>
            <a:off x="6903720" y="2788920"/>
            <a:ext cx="1783080" cy="169164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0" name="Shape 23"/>
          <p:cNvSpPr/>
          <p:nvPr/>
        </p:nvSpPr>
        <p:spPr>
          <a:xfrm>
            <a:off x="7566660" y="2971800"/>
            <a:ext cx="457200" cy="457200"/>
          </a:xfrm>
          <a:prstGeom prst="ellipse">
            <a:avLst/>
          </a:prstGeom>
          <a:solidFill>
            <a:srgbClr val="F0E6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8956" y="3054096"/>
            <a:ext cx="292608" cy="29260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903720" y="3520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7040880" y="39776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summary pear each candidate score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502920" cy="502920"/>
          </a:xfrm>
          <a:prstGeom prst="ellipse">
            <a:avLst/>
          </a:prstGeom>
          <a:solidFill>
            <a:srgbClr val="F0E6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4114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Reflections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1097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would do differently with more time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5D939C-E044-8F06-2DF8-F3B39EF1DF1C}"/>
              </a:ext>
            </a:extLst>
          </p:cNvPr>
          <p:cNvSpPr txBox="1"/>
          <p:nvPr/>
        </p:nvSpPr>
        <p:spPr>
          <a:xfrm>
            <a:off x="548640" y="1807698"/>
            <a:ext cx="81803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more time, we would refine the process to dynamically source candidates </a:t>
            </a:r>
            <a:r>
              <a:rPr lang="en-US"/>
              <a:t>from LinkedIn data </a:t>
            </a:r>
            <a:r>
              <a:rPr lang="en-US" dirty="0"/>
              <a:t>sources based on the job requirements extracted by the first agent, instead of relying on a mock CV dataset.</a:t>
            </a:r>
            <a:endParaRPr lang="pt-P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137</Words>
  <Application>Microsoft Office PowerPoint</Application>
  <PresentationFormat>On-screen Show (16:9)</PresentationFormat>
  <Paragraphs>38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Barbosa Diniz, Sofia</dc:creator>
  <cp:lastModifiedBy>Barbosa Diniz, Sofia</cp:lastModifiedBy>
  <cp:revision>1</cp:revision>
  <dcterms:created xsi:type="dcterms:W3CDTF">2026-05-15T12:49:43Z</dcterms:created>
  <dcterms:modified xsi:type="dcterms:W3CDTF">2026-05-15T14:07:31Z</dcterms:modified>
</cp:coreProperties>
</file>