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763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0560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0"/>
            <a:ext cx="3200400" cy="1097280"/>
          </a:xfrm>
          <a:prstGeom prst="rect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731520" y="1645920"/>
            <a:ext cx="548640" cy="54864"/>
          </a:xfrm>
          <a:prstGeom prst="rect">
            <a:avLst/>
          </a:prstGeom>
          <a:solidFill>
            <a:srgbClr val="B733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745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237744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TalentMatch AI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Pitch Demo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731520" y="3931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502920" cy="502920"/>
          </a:xfrm>
          <a:prstGeom prst="ellipse">
            <a:avLst/>
          </a:prstGeom>
          <a:solidFill>
            <a:srgbClr val="F0E6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02920"/>
            <a:ext cx="292608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4114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48640" y="10972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candidate-to-job matching 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</a:t>
            </a:r>
            <a:r>
              <a:rPr lang="en-US" sz="14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7362" y="1737360"/>
            <a:ext cx="2468880" cy="2286000"/>
          </a:xfrm>
          <a:prstGeom prst="rect">
            <a:avLst/>
          </a:prstGeom>
          <a:solidFill>
            <a:srgbClr val="F5F0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PT" dirty="0"/>
          </a:p>
        </p:txBody>
      </p:sp>
      <p:sp>
        <p:nvSpPr>
          <p:cNvPr id="8" name="Shape 5"/>
          <p:cNvSpPr/>
          <p:nvPr/>
        </p:nvSpPr>
        <p:spPr>
          <a:xfrm>
            <a:off x="1554480" y="2011680"/>
            <a:ext cx="548640" cy="548640"/>
          </a:xfrm>
          <a:prstGeom prst="ellipse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4208" y="212140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A10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9436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Input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77240" y="31546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descriptions with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and priorities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081528" y="2880360"/>
            <a:ext cx="283464" cy="0"/>
          </a:xfrm>
          <a:prstGeom prst="line">
            <a:avLst/>
          </a:prstGeom>
          <a:noFill/>
          <a:ln w="254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Shape 10"/>
          <p:cNvSpPr/>
          <p:nvPr/>
        </p:nvSpPr>
        <p:spPr>
          <a:xfrm>
            <a:off x="3383280" y="1737360"/>
            <a:ext cx="2468880" cy="2286000"/>
          </a:xfrm>
          <a:prstGeom prst="rect">
            <a:avLst/>
          </a:prstGeom>
          <a:solidFill>
            <a:srgbClr val="F5F0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5" name="Shape 11"/>
          <p:cNvSpPr/>
          <p:nvPr/>
        </p:nvSpPr>
        <p:spPr>
          <a:xfrm>
            <a:off x="4343400" y="2011680"/>
            <a:ext cx="548640" cy="548640"/>
          </a:xfrm>
          <a:prstGeom prst="ellipse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3128" y="21214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204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A10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338328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Processing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3566160" y="31546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parse CVs,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and score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870448" y="2880360"/>
            <a:ext cx="283464" cy="0"/>
          </a:xfrm>
          <a:prstGeom prst="line">
            <a:avLst/>
          </a:prstGeom>
          <a:noFill/>
          <a:ln w="25400">
            <a:solidFill>
              <a:srgbClr val="A100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Shape 16"/>
          <p:cNvSpPr/>
          <p:nvPr/>
        </p:nvSpPr>
        <p:spPr>
          <a:xfrm>
            <a:off x="6172200" y="1737360"/>
            <a:ext cx="2468880" cy="2286000"/>
          </a:xfrm>
          <a:prstGeom prst="rect">
            <a:avLst/>
          </a:prstGeom>
          <a:solidFill>
            <a:srgbClr val="F5F0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2" name="Shape 17"/>
          <p:cNvSpPr/>
          <p:nvPr/>
        </p:nvSpPr>
        <p:spPr>
          <a:xfrm>
            <a:off x="7132320" y="2011680"/>
            <a:ext cx="548640" cy="548640"/>
          </a:xfrm>
          <a:prstGeom prst="ellipse">
            <a:avLst/>
          </a:prstGeom>
          <a:solidFill>
            <a:srgbClr val="F0E6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2048" y="2121408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309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A10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6172200" y="2743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Output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6355080" y="31546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candidates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match scores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502920" cy="502920"/>
          </a:xfrm>
          <a:prstGeom prst="ellipse">
            <a:avLst/>
          </a:prstGeom>
          <a:solidFill>
            <a:srgbClr val="F0E6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02920"/>
            <a:ext cx="292608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4114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Architecture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48640" y="10972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</a:t>
            </a:r>
            <a:r>
              <a:rPr lang="en-US" sz="14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TalentMatch AI 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</a:t>
            </a:r>
            <a:r>
              <a:rPr lang="en-US" sz="14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collaborate to rank candidates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950976" y="1691640"/>
            <a:ext cx="7370064" cy="685800"/>
          </a:xfrm>
          <a:prstGeom prst="rect">
            <a:avLst/>
          </a:prstGeom>
          <a:solidFill>
            <a:srgbClr val="0B0B1A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801368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977640" y="16916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Orchestrator Agent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1485900" y="2377440"/>
            <a:ext cx="0" cy="411480"/>
          </a:xfrm>
          <a:prstGeom prst="line">
            <a:avLst/>
          </a:prstGeom>
          <a:noFill/>
          <a:ln w="19050">
            <a:solidFill>
              <a:srgbClr val="E0D4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Shape 7"/>
          <p:cNvSpPr/>
          <p:nvPr/>
        </p:nvSpPr>
        <p:spPr>
          <a:xfrm>
            <a:off x="594360" y="2788920"/>
            <a:ext cx="1783080" cy="1691640"/>
          </a:xfrm>
          <a:prstGeom prst="rect">
            <a:avLst/>
          </a:prstGeom>
          <a:solidFill>
            <a:srgbClr val="F5F0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2" name="Shape 8"/>
          <p:cNvSpPr/>
          <p:nvPr/>
        </p:nvSpPr>
        <p:spPr>
          <a:xfrm>
            <a:off x="1257300" y="2971800"/>
            <a:ext cx="457200" cy="457200"/>
          </a:xfrm>
          <a:prstGeom prst="ellipse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9596" y="3054096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94360" y="35204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Job Analyzer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731520" y="39776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jobs descriptions and extracts keywords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589020" y="2377440"/>
            <a:ext cx="0" cy="411480"/>
          </a:xfrm>
          <a:prstGeom prst="line">
            <a:avLst/>
          </a:prstGeom>
          <a:noFill/>
          <a:ln w="19050">
            <a:solidFill>
              <a:srgbClr val="E0D4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7" name="Shape 12"/>
          <p:cNvSpPr/>
          <p:nvPr/>
        </p:nvSpPr>
        <p:spPr>
          <a:xfrm>
            <a:off x="2697480" y="2788920"/>
            <a:ext cx="1783080" cy="1691640"/>
          </a:xfrm>
          <a:prstGeom prst="rect">
            <a:avLst/>
          </a:prstGeom>
          <a:solidFill>
            <a:srgbClr val="F5F0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8" name="Shape 13"/>
          <p:cNvSpPr/>
          <p:nvPr/>
        </p:nvSpPr>
        <p:spPr>
          <a:xfrm>
            <a:off x="3360420" y="2971800"/>
            <a:ext cx="457200" cy="457200"/>
          </a:xfrm>
          <a:prstGeom prst="ellipse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2716" y="3054096"/>
            <a:ext cx="292608" cy="29260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2651760" y="351077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CV Parser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2834640" y="39776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each candidate exports relevant data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92140" y="2377440"/>
            <a:ext cx="0" cy="411480"/>
          </a:xfrm>
          <a:prstGeom prst="line">
            <a:avLst/>
          </a:prstGeom>
          <a:noFill/>
          <a:ln w="19050">
            <a:solidFill>
              <a:srgbClr val="E0D4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3" name="Shape 17"/>
          <p:cNvSpPr/>
          <p:nvPr/>
        </p:nvSpPr>
        <p:spPr>
          <a:xfrm>
            <a:off x="4800600" y="2788920"/>
            <a:ext cx="1783080" cy="1691640"/>
          </a:xfrm>
          <a:prstGeom prst="rect">
            <a:avLst/>
          </a:prstGeom>
          <a:solidFill>
            <a:srgbClr val="F5F0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4" name="Shape 18"/>
          <p:cNvSpPr/>
          <p:nvPr/>
        </p:nvSpPr>
        <p:spPr>
          <a:xfrm>
            <a:off x="5463540" y="2971800"/>
            <a:ext cx="457200" cy="457200"/>
          </a:xfrm>
          <a:prstGeom prst="ellipse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3054096"/>
            <a:ext cx="292608" cy="29260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00600" y="35204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Matcher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4937760" y="39776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candidate data with the job info and score it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7795260" y="2377440"/>
            <a:ext cx="0" cy="411480"/>
          </a:xfrm>
          <a:prstGeom prst="line">
            <a:avLst/>
          </a:prstGeom>
          <a:noFill/>
          <a:ln w="19050">
            <a:solidFill>
              <a:srgbClr val="E0D4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Shape 22"/>
          <p:cNvSpPr/>
          <p:nvPr/>
        </p:nvSpPr>
        <p:spPr>
          <a:xfrm>
            <a:off x="6903720" y="2788920"/>
            <a:ext cx="1783080" cy="1691640"/>
          </a:xfrm>
          <a:prstGeom prst="rect">
            <a:avLst/>
          </a:prstGeom>
          <a:solidFill>
            <a:srgbClr val="F5F0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0" name="Shape 23"/>
          <p:cNvSpPr/>
          <p:nvPr/>
        </p:nvSpPr>
        <p:spPr>
          <a:xfrm>
            <a:off x="7566660" y="2971800"/>
            <a:ext cx="457200" cy="457200"/>
          </a:xfrm>
          <a:prstGeom prst="ellipse">
            <a:avLst/>
          </a:prstGeom>
          <a:solidFill>
            <a:srgbClr val="F0E6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8956" y="3054096"/>
            <a:ext cx="292608" cy="29260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903720" y="35204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7040880" y="39776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summary pear each candidate score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502920" cy="502920"/>
          </a:xfrm>
          <a:prstGeom prst="ellipse">
            <a:avLst/>
          </a:prstGeom>
          <a:solidFill>
            <a:srgbClr val="F0E6FF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02920"/>
            <a:ext cx="292608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4114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B0B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Reflections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48640" y="10972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would do differently with more time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A100FF"/>
          </a:solidFill>
          <a:ln/>
        </p:spPr>
        <p:txBody>
          <a:bodyPr/>
          <a:lstStyle/>
          <a:p>
            <a:endParaRPr lang="pt-PT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100</Words>
  <Application>Microsoft Office PowerPoint</Application>
  <PresentationFormat>On-screen Show (16:9)</PresentationFormat>
  <Paragraphs>37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Barbosa Diniz, Sofia</dc:creator>
  <cp:lastModifiedBy>Barbosa Diniz, Sofia</cp:lastModifiedBy>
  <cp:revision>1</cp:revision>
  <dcterms:created xsi:type="dcterms:W3CDTF">2026-05-15T12:49:43Z</dcterms:created>
  <dcterms:modified xsi:type="dcterms:W3CDTF">2026-05-15T13:44:28Z</dcterms:modified>
</cp:coreProperties>
</file>